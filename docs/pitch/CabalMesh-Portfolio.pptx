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914400"/>
            <a:ext cx="1280160" cy="82296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1737360"/>
            <a:ext cx="914400" cy="-6400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914400"/>
            <a:ext cx="-548640" cy="118872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103120"/>
            <a:ext cx="1828800" cy="-36576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2103120"/>
            <a:ext cx="274320" cy="15544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3657600"/>
            <a:ext cx="1371600" cy="54864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0" y="4206240"/>
            <a:ext cx="1097280" cy="-6400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0" y="1097280"/>
            <a:ext cx="0" cy="24688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120640"/>
            <a:ext cx="1005840" cy="73152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5852160"/>
            <a:ext cx="-1280160" cy="45720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120640"/>
            <a:ext cx="822960" cy="-6400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99448" y="88696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79608" y="170992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9448" y="88696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6" name="Shape 14"/>
          <p:cNvSpPr/>
          <p:nvPr/>
        </p:nvSpPr>
        <p:spPr>
          <a:xfrm>
            <a:off x="8750808" y="207568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8750808" y="207568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25128" y="363016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96728" y="417880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" y="509320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2" name="Shape 20"/>
          <p:cNvSpPr/>
          <p:nvPr/>
        </p:nvSpPr>
        <p:spPr>
          <a:xfrm>
            <a:off x="1892808" y="582472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" y="509320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029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0A3A31"/>
          </a:solidFill>
          <a:ln w="9525">
            <a:solidFill>
              <a:srgbClr val="00D9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2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21488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CABALMESH</a:t>
            </a:r>
            <a:endParaRPr lang="en-US" sz="6600" dirty="0"/>
          </a:p>
        </p:txBody>
      </p:sp>
      <p:sp>
        <p:nvSpPr>
          <p:cNvPr id="27" name="Text 25"/>
          <p:cNvSpPr/>
          <p:nvPr/>
        </p:nvSpPr>
        <p:spPr>
          <a:xfrm>
            <a:off x="566928" y="342900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Zero-Identity Autonomous Layer for Mesh-to-Avalanche Private Intents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66928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decentralized, privacy-first infrastructure where autonomous AI agents negotiate and settle value over a physical mesh network — offline first, verified on Avalanche.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5623560"/>
            <a:ext cx="7589520" cy="0"/>
          </a:xfrm>
          <a:prstGeom prst="line">
            <a:avLst/>
          </a:prstGeom>
          <a:noFill/>
          <a:ln w="12700">
            <a:solidFill>
              <a:srgbClr val="2531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5852160"/>
            <a:ext cx="1449324" cy="329184"/>
          </a:xfrm>
          <a:prstGeom prst="roundRect">
            <a:avLst>
              <a:gd name="adj" fmla="val 50000"/>
            </a:avLst>
          </a:prstGeom>
          <a:solidFill>
            <a:srgbClr val="1C2531"/>
          </a:solidFill>
          <a:ln w="9525">
            <a:solidFill>
              <a:srgbClr val="2A36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5852160"/>
            <a:ext cx="14493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NETWORKING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80844" y="5852160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1C2531"/>
          </a:solidFill>
          <a:ln w="9525">
            <a:solidFill>
              <a:srgbClr val="2A36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80844" y="5852160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NEGOTIATION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92524" y="5852160"/>
            <a:ext cx="972007" cy="329184"/>
          </a:xfrm>
          <a:prstGeom prst="roundRect">
            <a:avLst>
              <a:gd name="adj" fmla="val 50000"/>
            </a:avLst>
          </a:prstGeom>
          <a:solidFill>
            <a:srgbClr val="1C2531"/>
          </a:solidFill>
          <a:ln w="9525">
            <a:solidFill>
              <a:srgbClr val="2A36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92524" y="5852160"/>
            <a:ext cx="97200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29123" y="5852160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1C2531"/>
          </a:solidFill>
          <a:ln w="9525">
            <a:solidFill>
              <a:srgbClr val="2A36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9123" y="5852160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SETTLEMENT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kurodenjiro  ·  Avalanche Fuji Testnet  ·  Aug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trade leaves a trace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IP address to your negotiation tactics to your on-chain financial footprint — traditional trading infrastructure exposes everything about who you are and what you want.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27421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5786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exposed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289864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IP pins you to a place the moment you connect to any centralized order book or gateway.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77647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91253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749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 leaked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98448" y="40690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mempools and order books telegraph your strategy to every bot watching the chain.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4690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082967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91947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is permanent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98448" y="523951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history links every past trade back to your wallet — forever, for anyone to see.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543800" y="150876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0B0E14"/>
          </a:solidFill>
          <a:ln/>
        </p:spPr>
      </p:sp>
      <p:sp>
        <p:nvSpPr>
          <p:cNvPr id="18" name="Shape 13"/>
          <p:cNvSpPr/>
          <p:nvPr/>
        </p:nvSpPr>
        <p:spPr>
          <a:xfrm>
            <a:off x="7909560" y="187452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623" y="2010583"/>
            <a:ext cx="294803" cy="2948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09560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NETWORK, YOU ARE A NOBODY.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7909560" y="35204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trace — physical location, negotiation tactics, financial footprint — is erased, leaving only a cryptographically verified result.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909560" y="55321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CABALMESH PHILOSOPHY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"Nobody"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Privacy-in-depth, across three layers — from first contact to final settlement.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10" y="2435230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63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MESH NETWORKING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8680" y="33192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Cloak Layer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913632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ShadowWire + libp2p peer-to-peer over BLE and IP. mDNS discovery with no internet dependency. Multi-hop metadata stripping hides who is talking to whom.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228600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70" y="2435230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063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CONFIDENTIAL COMPUTE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63440" y="33192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Invisible Brain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63440" y="3913632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agents negotiate under user-set strategy. Noir ZK-circuits generate a proof per bid, so a claim can be checked without revealing the number behind it.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58200" y="228600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430" y="2435230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063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SETTLEMENT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458200" y="33192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Settlement Layer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58200" y="3913632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on-chain Escrow contract locks and releases AVAX for a deal on Avalanche — trustless settlement once the mesh negotiation concludes.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intent to settlement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7300" y="26700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974" y="280172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42900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10 AVAX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$95,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Mode"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32888" y="3611880"/>
            <a:ext cx="256032" cy="365760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10" name="Shape 7"/>
          <p:cNvSpPr/>
          <p:nvPr/>
        </p:nvSpPr>
        <p:spPr>
          <a:xfrm>
            <a:off x="2807208" y="23774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5868" y="26700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280172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6936" y="342900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BROADCAST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44368" y="384048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intent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relayed peer-to-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peer, offline-first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91456" y="3611880"/>
            <a:ext cx="256032" cy="365760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16" name="Shape 12"/>
          <p:cNvSpPr/>
          <p:nvPr/>
        </p:nvSpPr>
        <p:spPr>
          <a:xfrm>
            <a:off x="5065776" y="23774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74436" y="26700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110" y="280172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342900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NEGOTIATION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02936" y="384048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agent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negotiates under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strategy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50024" y="3611880"/>
            <a:ext cx="256032" cy="365760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22" name="Shape 17"/>
          <p:cNvSpPr/>
          <p:nvPr/>
        </p:nvSpPr>
        <p:spPr>
          <a:xfrm>
            <a:off x="7324344" y="23774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3004" y="26700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678" y="2801722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4072" y="342900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61504" y="384048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 circuit proves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 respected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limits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08592" y="3611880"/>
            <a:ext cx="256032" cy="365760"/>
          </a:xfrm>
          <a:prstGeom prst="rightArrow">
            <a:avLst/>
          </a:prstGeom>
          <a:solidFill>
            <a:srgbClr val="00D9A3"/>
          </a:solidFill>
          <a:ln/>
        </p:spPr>
      </p:sp>
      <p:sp>
        <p:nvSpPr>
          <p:cNvPr id="28" name="Shape 22"/>
          <p:cNvSpPr/>
          <p:nvPr/>
        </p:nvSpPr>
        <p:spPr>
          <a:xfrm>
            <a:off x="9582912" y="237744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91572" y="26700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246" y="2801722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2640" y="342900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720072" y="384048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locks and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AVAX 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enforces every hard boundary — the AI proposes fields, it never signs, and it never touches key material.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from the code, not the pitch — one true story beats three half-built 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E7F7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128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8F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225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128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END-TO-END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networking (libp2p, mDNS, gossipsub)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offline plane (iOS + Android)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39410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lifecycle: compose → broadcast → settle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44714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Escrow, live on Fuji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5001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signing + relay queue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5532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encryption (AES-256-GCM)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43400" y="196596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BF2DC"/>
          </a:solidFill>
          <a:ln/>
        </p:spPr>
      </p:sp>
      <p:sp>
        <p:nvSpPr>
          <p:cNvPr id="16" name="Shape 13"/>
          <p:cNvSpPr/>
          <p:nvPr/>
        </p:nvSpPr>
        <p:spPr>
          <a:xfrm>
            <a:off x="4617720" y="22128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5820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2257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22128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EXISTS, NOT WIRED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1772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level — parsed, never routed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61772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(Shark/Ghost/Patient) — no strategy differs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617720" y="39410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/ STAKE — every action takes the Escrow path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17720" y="44714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/ WETH / BTC.b — only AVAX is tracked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38160" y="196596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BEAEA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22128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C23A3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32257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06840" y="22128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WIRED UP YET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41248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negotiation — agents exist, not called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41248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/ vouchers — deployed, no UI command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412480" y="39410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verification — not run against a real circuit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412480" y="44714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compute (FHE/MPC) — no code yet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from the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30" y="216091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 social recovery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91640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→ KEYS → GUARDIANS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Enroll up to 5 guardians; any 3 can help you unlock — no seed phrase to memorize.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301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Shares travel as unlinkable per-request tags over BLE — no durable identifier is ever broadcast in the clear.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2885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Unlock replies require an explicit human approval tap on the guardian's device.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49469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Closes the gap flagged in identity-design.md: previously, losing a device meant funds were gone with no recourse.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01168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50" y="2160910"/>
            <a:ext cx="323332" cy="3233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&amp; modules UI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23760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TAB · VAULT → MODULES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446520" y="2971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Marketplace and Modules screens ship for the first time — buy, equip, and list node modules.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46520" y="36301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Modules are NFTs (RADIO / CRYPTO / POWER slots) that raise a node's relay yield and privacy hops.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46520" y="42885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Escrow-backed listings: AVAX locks until the module actually transfers.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46520" y="49469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Contract-side: minting access control fixed, escrow + reward logic tested (37 passing Hardhat tests) — not yet redeployed to Fuji.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built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10" y="229807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Hyper-local confidential trade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marketplaces in disaster zones, festivals, or censored regions — where an internet gateway may not exist and identity should not be the price of entry.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4884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70" y="2298070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26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execution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market entry and exit from public order books. Negotiate and settle without telegraphing size or intent to every bot watching the mempool.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148840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430" y="2298070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926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AI labor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70332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 tasks to autonomous agents without revealing who is asking or who is doing the work — only the settled result is on-chain.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06837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desktop shell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9476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20683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6060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47872" y="29260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 UI, TypeScript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91072" y="19476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3" y="206837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26060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libp2p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91072" y="29260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P2P, mDNS, gossipsub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778240" y="16916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34272" y="19476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973" y="206837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26060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34272" y="29260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commands, hard boundary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40050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12577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46634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04672" y="49834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bid-verification circuits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91840" y="37490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47872" y="40050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573" y="412577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47872" y="46634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547872" y="49834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C-Chain settlement (Fuji)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035040" y="37490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91072" y="40050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73" y="4125773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91072" y="46634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291072" y="49834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negotiation agent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778240" y="374904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034272" y="4005072"/>
            <a:ext cx="502920" cy="502920"/>
          </a:xfrm>
          <a:prstGeom prst="roundRect">
            <a:avLst>
              <a:gd name="adj" fmla="val 24000"/>
            </a:avLst>
          </a:prstGeom>
          <a:solidFill>
            <a:srgbClr val="0B0E14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4973" y="4125773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34272" y="4663440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034272" y="4983480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signing, RPC, contracts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1097280" cy="54864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1554480"/>
            <a:ext cx="-548640" cy="82296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05840"/>
            <a:ext cx="-365760" cy="10972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4572000"/>
            <a:ext cx="1097280" cy="54864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5120640"/>
            <a:ext cx="-548640" cy="91440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4572000"/>
            <a:ext cx="1463040" cy="-640080"/>
          </a:xfrm>
          <a:prstGeom prst="line">
            <a:avLst/>
          </a:prstGeom>
          <a:noFill/>
          <a:ln w="12700">
            <a:solidFill>
              <a:srgbClr val="1E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97840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9" name="Shape 7"/>
          <p:cNvSpPr/>
          <p:nvPr/>
        </p:nvSpPr>
        <p:spPr>
          <a:xfrm>
            <a:off x="1984248" y="152704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97840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1" name="Shape 9"/>
          <p:cNvSpPr/>
          <p:nvPr/>
        </p:nvSpPr>
        <p:spPr>
          <a:xfrm>
            <a:off x="9665208" y="454456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62488" y="509320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3" name="Shape 11"/>
          <p:cNvSpPr/>
          <p:nvPr/>
        </p:nvSpPr>
        <p:spPr>
          <a:xfrm>
            <a:off x="9665208" y="4544568"/>
            <a:ext cx="54864" cy="54864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349240" y="7315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805" y="907085"/>
            <a:ext cx="380390" cy="38039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infrastructure where you are Nobody.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737360" y="2560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mesh settlement path works today. Identity recovery and the marketplace ship next — see the full development plan for the roadmap.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737360" y="35661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93392" y="3813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92277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0604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demo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2606040" y="4069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youtu.be/Z3ooub-mnCw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46320" y="35661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02352" y="3813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92277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71500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docs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715000" y="4069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— CabalMesh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955280" y="35661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141B24"/>
          </a:solidFill>
          <a:ln w="12700">
            <a:solidFill>
              <a:srgbClr val="232F3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211312" y="3813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A3A3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922776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823960" y="37764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roadmap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823960" y="4069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CabalMesh-Project-Plan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CABALMESH  ·  THE ZERO-IDENTITY AUTONOMOUS LAYER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CabalMesh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CabalMesh — Portfolio</dc:title>
  <dc:subject>PptxGenJS Presentation</dc:subject>
  <dc:creator>CabalMesh</dc:creator>
  <cp:lastModifiedBy>CabalMesh</cp:lastModifiedBy>
  <cp:revision>1</cp:revision>
  <dcterms:created xsi:type="dcterms:W3CDTF">2026-08-19T09:40:00Z</dcterms:created>
  <dcterms:modified xsi:type="dcterms:W3CDTF">2026-08-19T09:40:00Z</dcterms:modified>
</cp:coreProperties>
</file>